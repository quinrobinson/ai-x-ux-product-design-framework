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9" r:id="rId6"/>
    <p:sldId id="260" r:id="rId7"/>
    <p:sldId id="264" r:id="rId8"/>
    <p:sldId id="261" r:id="rId9"/>
    <p:sldId id="262" r:id="rId10"/>
    <p:sldId id="263" r:id="rId11"/>
    <p:sldId id="265" r:id="rId12"/>
    <p:sldId id="266" r:id="rId13"/>
    <p:sldId id="267" r:id="rId14"/>
    <p:sldId id="268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72A"/>
    <a:srgbClr val="21C55D"/>
    <a:srgbClr val="1E293B"/>
    <a:srgbClr val="F69E0B"/>
    <a:srgbClr val="14B8A6"/>
    <a:srgbClr val="F0FD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11"/>
    <p:restoredTop sz="94610"/>
  </p:normalViewPr>
  <p:slideViewPr>
    <p:cSldViewPr snapToGrid="0" snapToObjects="1">
      <p:cViewPr>
        <p:scale>
          <a:sx n="110" d="100"/>
          <a:sy n="110" d="100"/>
        </p:scale>
        <p:origin x="384" y="1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4573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3080" y="1280160"/>
            <a:ext cx="6858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UX</a:t>
            </a:r>
            <a:endParaRPr lang="en-US" sz="6000" dirty="0"/>
          </a:p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Framework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640080" y="3364992"/>
            <a:ext cx="109728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51180" y="3511296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project template for integrating AI</a:t>
            </a:r>
            <a:endParaRPr lang="en-US" sz="16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every phase of product design.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262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4727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45262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926080" y="4727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Design Phases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212080" y="45262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212080" y="4727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Skill Files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0" y="45262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LEVERAGE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498080" y="4727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throughout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577840"/>
            <a:ext cx="1088136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5943599"/>
            <a:ext cx="1280160" cy="0"/>
          </a:xfrm>
          <a:prstGeom prst="rect">
            <a:avLst/>
          </a:prstGeom>
          <a:solidFill>
            <a:srgbClr val="22C55E">
              <a:alpha val="45000"/>
            </a:srgbClr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56032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60320" y="5943599"/>
            <a:ext cx="1280160" cy="0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48056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80560" y="5943599"/>
            <a:ext cx="1280160" cy="0"/>
          </a:xfrm>
          <a:prstGeom prst="rect">
            <a:avLst/>
          </a:prstGeom>
          <a:solidFill>
            <a:srgbClr val="F59E0B">
              <a:alpha val="45000"/>
            </a:srgbClr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5943599"/>
            <a:ext cx="1280160" cy="0"/>
          </a:xfrm>
          <a:prstGeom prst="rect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2104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321040" y="5943599"/>
            <a:ext cx="1280160" cy="0"/>
          </a:xfrm>
          <a:prstGeom prst="rect">
            <a:avLst/>
          </a:prstGeom>
          <a:solidFill>
            <a:srgbClr val="EF4444">
              <a:alpha val="45000"/>
            </a:srgbClr>
          </a:solidFill>
          <a:ln w="12700">
            <a:solidFill>
              <a:srgbClr val="EF444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24128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241280" y="5943599"/>
            <a:ext cx="1280160" cy="0"/>
          </a:xfrm>
          <a:prstGeom prst="rect">
            <a:avLst/>
          </a:prstGeom>
          <a:solidFill>
            <a:srgbClr val="14B8A6">
              <a:alpha val="45000"/>
            </a:srgbClr>
          </a:solidFill>
          <a:ln w="12700">
            <a:solidFill>
              <a:srgbClr val="14B8A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" y="652881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— Duplicate the Figma template for each new project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289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03504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AI x UX Design Framework?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91440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framework. Any project. Every phase. </a:t>
            </a:r>
          </a:p>
          <a:p>
            <a:r>
              <a:rPr lang="en-US" sz="1400" dirty="0"/>
              <a:t>Use what's useful now, grow it over time. Upload a skill file, describe your project, and Claude follows the structured workflow — from research through delivery.</a:t>
            </a:r>
            <a:endParaRPr lang="en-US" sz="1300" dirty="0"/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3080" y="2606173"/>
            <a:ext cx="3566160" cy="150876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13080" y="2606173"/>
            <a:ext cx="35661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5960" y="2761621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5960" y="3127381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skill files covering every design phase — from discovery through delivery.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07840" y="2606173"/>
            <a:ext cx="3566160" cy="150876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07840" y="2606173"/>
            <a:ext cx="35661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90720" y="2761621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AI-integrated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90720" y="3127381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Prompts, templates, and workflows built for Claude and other AI tools.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02600" y="2606173"/>
            <a:ext cx="3566160" cy="150876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02600" y="2606173"/>
            <a:ext cx="35661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85480" y="2761621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system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85480" y="3127381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grow with your practice. Add, modify, and scale as you go.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0267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4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640080" y="521590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files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450267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3291840" y="521590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phases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0" y="450267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5943600" y="521590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artifacts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0" y="450267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8595360" y="521590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51180" y="594360"/>
            <a:ext cx="977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 is fast. Design workflows haven't caught up.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38480" y="1508760"/>
            <a:ext cx="5394960" cy="132588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38480" y="1508760"/>
            <a:ext cx="53949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21360" y="1645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tools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21360" y="1984248"/>
            <a:ext cx="4409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used ad hoc — one-off prompts, no systematic approach to integration across the team.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07760" y="1508760"/>
            <a:ext cx="5394960" cy="132588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07760" y="1508760"/>
            <a:ext cx="53949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90640" y="1645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outputs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90640" y="1984248"/>
            <a:ext cx="4404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designer uses AI differently, leading to unpredictable quality across projects.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38480" y="3017520"/>
            <a:ext cx="5394960" cy="132588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38480" y="3017520"/>
            <a:ext cx="53949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21360" y="31546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language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1360" y="3493008"/>
            <a:ext cx="4409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lack templates and frameworks to leverage AI collectively and repeatably.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07760" y="3017520"/>
            <a:ext cx="5394960" cy="132588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07760" y="3017520"/>
            <a:ext cx="53949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90640" y="31546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Reinventing the wheel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90640" y="3493008"/>
            <a:ext cx="4404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restarts from zero. No accumulated knowledge, no institutional memory.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8480" y="4754880"/>
            <a:ext cx="11064240" cy="777240"/>
          </a:xfrm>
          <a:prstGeom prst="rect">
            <a:avLst/>
          </a:prstGeom>
          <a:solidFill>
            <a:srgbClr val="0F172A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21360" y="48463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framework is the answer — a structured, AI-native approach to product design that scales with any team.</a:t>
            </a:r>
            <a:endParaRPr lang="en-US" sz="1600" i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9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F60585E-0D7C-C574-70CA-E7DA10B36C90}"/>
              </a:ext>
            </a:extLst>
          </p:cNvPr>
          <p:cNvGrpSpPr/>
          <p:nvPr/>
        </p:nvGrpSpPr>
        <p:grpSpPr>
          <a:xfrm>
            <a:off x="825500" y="2532380"/>
            <a:ext cx="9245600" cy="1638300"/>
            <a:chOff x="825500" y="2402840"/>
            <a:chExt cx="9245600" cy="1638300"/>
          </a:xfrm>
        </p:grpSpPr>
        <p:sp>
          <p:nvSpPr>
            <p:cNvPr id="4" name="Text 2"/>
            <p:cNvSpPr/>
            <p:nvPr/>
          </p:nvSpPr>
          <p:spPr>
            <a:xfrm>
              <a:off x="927100" y="2402840"/>
              <a:ext cx="9144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300" dirty="0">
                  <a:solidFill>
                    <a:srgbClr val="22C55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 FRAMEWORK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825500" y="2595372"/>
              <a:ext cx="777240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5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 Design Process</a:t>
              </a:r>
              <a:endParaRPr lang="en-US" sz="52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38200" y="3583940"/>
              <a:ext cx="73152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i="1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Six phases. Nine skill files. One coherent system.</a:t>
              </a:r>
              <a:endParaRPr lang="en-US" sz="16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545F414-6255-D018-3B13-30BD3B866DD8}"/>
              </a:ext>
            </a:extLst>
          </p:cNvPr>
          <p:cNvGrpSpPr/>
          <p:nvPr/>
        </p:nvGrpSpPr>
        <p:grpSpPr>
          <a:xfrm>
            <a:off x="8778240" y="1207008"/>
            <a:ext cx="1783080" cy="4443984"/>
            <a:chOff x="8778240" y="914400"/>
            <a:chExt cx="1783080" cy="4443984"/>
          </a:xfrm>
        </p:grpSpPr>
        <p:sp>
          <p:nvSpPr>
            <p:cNvPr id="7" name="Shape 5"/>
            <p:cNvSpPr/>
            <p:nvPr/>
          </p:nvSpPr>
          <p:spPr>
            <a:xfrm>
              <a:off x="8778240" y="914400"/>
              <a:ext cx="1783080" cy="329184"/>
            </a:xfrm>
            <a:prstGeom prst="rect">
              <a:avLst/>
            </a:prstGeom>
            <a:solidFill>
              <a:srgbClr val="22C55E">
                <a:alpha val="15000"/>
              </a:srgbClr>
            </a:solidFill>
            <a:ln w="12700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8869680" y="969264"/>
              <a:ext cx="16276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22C55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01  </a:t>
              </a:r>
              <a:r>
                <a:rPr lang="en-US" sz="10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Discover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778240" y="1737360"/>
              <a:ext cx="1783080" cy="329184"/>
            </a:xfrm>
            <a:prstGeom prst="rect">
              <a:avLst/>
            </a:prstGeom>
            <a:solidFill>
              <a:srgbClr val="8B5CF6">
                <a:alpha val="15000"/>
              </a:srgbClr>
            </a:solidFill>
            <a:ln w="12700">
              <a:solidFill>
                <a:srgbClr val="8B5C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8869680" y="1792224"/>
              <a:ext cx="16276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8B5C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02  </a:t>
              </a:r>
              <a:r>
                <a:rPr lang="en-US" sz="10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Define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778240" y="2560320"/>
              <a:ext cx="1783080" cy="329184"/>
            </a:xfrm>
            <a:prstGeom prst="rect">
              <a:avLst/>
            </a:prstGeom>
            <a:solidFill>
              <a:srgbClr val="F59E0B">
                <a:alpha val="15000"/>
              </a:srgbClr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8869680" y="2615184"/>
              <a:ext cx="16276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03  </a:t>
              </a:r>
              <a:r>
                <a:rPr lang="en-US" sz="10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Ideate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8778240" y="3383280"/>
              <a:ext cx="1783080" cy="329184"/>
            </a:xfrm>
            <a:prstGeom prst="rect">
              <a:avLst/>
            </a:prstGeom>
            <a:solidFill>
              <a:srgbClr val="3B82F6">
                <a:alpha val="15000"/>
              </a:srgbClr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8869680" y="3438144"/>
              <a:ext cx="16276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04  </a:t>
              </a:r>
              <a:r>
                <a:rPr lang="en-US" sz="10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Prototype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8778240" y="4206240"/>
              <a:ext cx="1783080" cy="329184"/>
            </a:xfrm>
            <a:prstGeom prst="rect">
              <a:avLst/>
            </a:prstGeom>
            <a:solidFill>
              <a:srgbClr val="EF4444">
                <a:alpha val="15000"/>
              </a:srgbClr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8869680" y="4261104"/>
              <a:ext cx="16276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05  </a:t>
              </a:r>
              <a:r>
                <a:rPr lang="en-US" sz="10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Validate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8778240" y="5029200"/>
              <a:ext cx="1783080" cy="329184"/>
            </a:xfrm>
            <a:prstGeom prst="rect">
              <a:avLst/>
            </a:prstGeom>
            <a:solidFill>
              <a:srgbClr val="14B8A6">
                <a:alpha val="15000"/>
              </a:srgbClr>
            </a:solidFill>
            <a:ln w="12700">
              <a:solidFill>
                <a:srgbClr val="14B8A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8869680" y="5084064"/>
              <a:ext cx="16276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4B8A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06  </a:t>
              </a:r>
              <a:r>
                <a:rPr lang="en-US" sz="1000" dirty="0">
                  <a:solidFill>
                    <a:srgbClr val="E2E8F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Deliver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67080" y="4114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PHILOSOPHY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think about AI in design 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13080" y="1656080"/>
            <a:ext cx="5394960" cy="32461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13080" y="1656080"/>
            <a:ext cx="54864" cy="3246120"/>
          </a:xfrm>
          <a:prstGeom prst="rect">
            <a:avLst/>
          </a:prstGeom>
          <a:solidFill>
            <a:srgbClr val="F59E0B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59460" y="20294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amplifies throughput.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59460" y="2750820"/>
            <a:ext cx="4937760" cy="215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that took days can be synthesized in minutes. Prototypes that needed a week can ship in hours. Documentation that was always skipped now gets written. AI removes the friction from the labor-intensive parts of design.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2360" y="1656080"/>
            <a:ext cx="5394960" cy="32461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182360" y="1656080"/>
            <a:ext cx="54864" cy="3246120"/>
          </a:xfrm>
          <a:prstGeom prst="rect">
            <a:avLst/>
          </a:prstGeom>
          <a:solidFill>
            <a:srgbClr val="8B5CF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28740" y="20294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provide judgment.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428740" y="2750820"/>
            <a:ext cx="4937760" cy="215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Taste, empathy, strategic thinking, stakeholder navigation, ethical consideration — these remain fundamentally human skills. AI generates options. You make decisions. The best designers wield AI as a power tool, not a replacement.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13080" y="5230368"/>
            <a:ext cx="11064240" cy="804672"/>
          </a:xfrm>
          <a:prstGeom prst="rect">
            <a:avLst/>
          </a:prstGeom>
          <a:solidFill>
            <a:srgbClr val="1E293B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5321808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designers will be those who wield AI as a power tool — not a replacement.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289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OVERVIEW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phases, end to end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2115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has dedicated skill files, AI prompts, and Figma workspace pages.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3080" y="1783080"/>
            <a:ext cx="3566160" cy="20574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13080" y="178308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596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95960" y="2304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95960" y="2806192"/>
            <a:ext cx="3108960" cy="711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problem space through research, competitive analysis, and synthesis.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7840" y="1783080"/>
            <a:ext cx="3566160" cy="20574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07840" y="178308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9072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90720" y="2304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90720" y="2806192"/>
            <a:ext cx="3108960" cy="711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the problem clearly with HMW statements, journey maps, and design briefs.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2600" y="1783080"/>
            <a:ext cx="3566160" cy="20574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102600" y="178308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8548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85480" y="2304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85480" y="2806192"/>
            <a:ext cx="3108960" cy="711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diverse design concepts using the Five-Direction method and AI prompts.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13080" y="4069080"/>
            <a:ext cx="3566160" cy="20574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13080" y="4069080"/>
            <a:ext cx="3566160" cy="45720"/>
          </a:xfrm>
          <a:prstGeom prst="rect">
            <a:avLst/>
          </a:prstGeom>
          <a:solidFill>
            <a:srgbClr val="3B82F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95960" y="4206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95960" y="4590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95960" y="5092192"/>
            <a:ext cx="3108960" cy="711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functional prototypes, write UX copy, and run accessibility audits.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07840" y="4069080"/>
            <a:ext cx="3566160" cy="20574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307840" y="406908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490720" y="4206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490720" y="4590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490720" y="5092192"/>
            <a:ext cx="3108960" cy="711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with real users, synthesize findings, and prioritize by severity x frequency.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02600" y="4069080"/>
            <a:ext cx="3566160" cy="20574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102600" y="406908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285480" y="4206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285480" y="45902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285480" y="5092192"/>
            <a:ext cx="3108960" cy="711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component specs, dev handoff packages, and design decision records.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37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289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INTEGRATION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AI leverage levels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2115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skill is tagged — so you know exactly where AI accelerates your work and where you lead.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3080" y="1737360"/>
            <a:ext cx="3566160" cy="443484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13080" y="173736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77672" y="1920240"/>
            <a:ext cx="822960" cy="2560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77672" y="193852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77672" y="2286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handles the heavy lifting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7672" y="283464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Synthesis, generation, documentation. You review, refine, and direct. These phases benefit most from AI acceleration.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7672" y="3942080"/>
            <a:ext cx="31089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7672" y="4033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at this level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77672" y="42804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Research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7672" y="4554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7672" y="48290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Generation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7672" y="51033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7672" y="53776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7672" y="56520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Delivery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07840" y="1737360"/>
            <a:ext cx="3566160" cy="443484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307840" y="173736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472432" y="1920240"/>
            <a:ext cx="82296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72432" y="193852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72432" y="2286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 with structure and drafts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472432" y="283464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bring judgment, context, and strategic thinking. AI helps you draft and structure — but your decisions drive the outcome.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72432" y="3942080"/>
            <a:ext cx="31089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472432" y="4033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at this level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472432" y="42804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72432" y="4554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Interviews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472432" y="48290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02600" y="1737360"/>
            <a:ext cx="3566160" cy="443484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102600" y="173736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267192" y="1920240"/>
            <a:ext cx="822960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267192" y="193852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267192" y="2286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Fundamentally human skills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267192" y="283464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Empathy, taste, stakeholder navigation, ethical consideration. AI supports but doesn't replace the core of what designers do.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67192" y="3942080"/>
            <a:ext cx="31089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267192" y="40335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at this level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267192" y="42804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Inquiry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67192" y="4554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Building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67192" y="48290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Judgment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543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FILES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structured skill files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2115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contains workflows, AI prompts, templates, and quality checklists.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3080" y="1737360"/>
            <a:ext cx="356616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13080" y="173736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0240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50240" y="20482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Research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0240" y="23957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user-research.md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0240" y="268833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0240" y="27066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307840" y="1737360"/>
            <a:ext cx="356616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307840" y="173736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445000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445000" y="20482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45000" y="23957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competitive-analysis.md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445000" y="268833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445000" y="27066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102600" y="1737360"/>
            <a:ext cx="356616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102600" y="173736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239760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39760" y="204825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39760" y="23957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problem-framing.md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39760" y="2688336"/>
            <a:ext cx="822960" cy="201168"/>
          </a:xfrm>
          <a:prstGeom prst="rect">
            <a:avLst/>
          </a:prstGeom>
          <a:solidFill>
            <a:srgbClr val="F59E0B">
              <a:alpha val="20000"/>
            </a:srgbClr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239760" y="27066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Medium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13080" y="3291840"/>
            <a:ext cx="356616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13080" y="329184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024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50240" y="36027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Generation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0240" y="39502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concept-generation.md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50240" y="424281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50240" y="42611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307840" y="3291840"/>
            <a:ext cx="356616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307840" y="3291840"/>
            <a:ext cx="3566160" cy="45720"/>
          </a:xfrm>
          <a:prstGeom prst="rect">
            <a:avLst/>
          </a:prstGeom>
          <a:solidFill>
            <a:srgbClr val="3B82F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44500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04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445000" y="36027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445000" y="39502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prototyping.md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45000" y="424281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445000" y="42611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02600" y="3291840"/>
            <a:ext cx="356616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8102600" y="329184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823976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05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239760" y="36027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Testing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239760" y="39502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usability-testing.md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39760" y="424281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8239760" y="42611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13080" y="4846320"/>
            <a:ext cx="356616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13080" y="484632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50240" y="4956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06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50240" y="5157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Delivery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50240" y="5504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design-delivery.md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50240" y="579729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50240" y="58155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307840" y="4846320"/>
            <a:ext cx="356616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307840" y="484632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445000" y="4956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03/06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445000" y="5157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Systems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4445000" y="5504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design-systems.md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445000" y="579729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445000" y="58155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102600" y="4846320"/>
            <a:ext cx="356616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102600" y="484632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8239760" y="495604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ALL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239760" y="5157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Playbook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8239760" y="5504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figma-playbook.md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8239760" y="5797296"/>
            <a:ext cx="822960" cy="201168"/>
          </a:xfrm>
          <a:prstGeom prst="rect">
            <a:avLst/>
          </a:prstGeom>
          <a:solidFill>
            <a:srgbClr val="22C55E">
              <a:alpha val="20000"/>
            </a:srgbClr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8239760" y="58155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High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16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Figma project template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2115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10-page file you duplicate per project — structured, phase-by-phase.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2011680" cy="18745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201168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531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metadata, team, and phase overview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80360" y="1874520"/>
            <a:ext cx="2011680" cy="18745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880360" y="1874520"/>
            <a:ext cx="201168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4495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44952" y="2531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overview of the full Discover to Deliver flow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20640" y="1874520"/>
            <a:ext cx="2011680" cy="18745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120640" y="1874520"/>
            <a:ext cx="201168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28523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Discover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85232" y="2531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findings, personas, competitive matrix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60920" y="1874520"/>
            <a:ext cx="2011680" cy="18745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60920" y="1874520"/>
            <a:ext cx="20116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52551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Define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25512" y="2531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maps, design briefs, requirements boards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01200" y="1874520"/>
            <a:ext cx="2011680" cy="18745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601200" y="1874520"/>
            <a:ext cx="20116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76579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Ideate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765792" y="253187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cards, wireframe scaffolding, pattern refs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3977640"/>
            <a:ext cx="2011680" cy="18745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40080" y="3977640"/>
            <a:ext cx="2011680" cy="45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0467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Prototype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4672" y="4634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specs, screen layouts, all states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880360" y="3977640"/>
            <a:ext cx="2011680" cy="18745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880360" y="3977640"/>
            <a:ext cx="201168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04495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Validate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044952" y="4634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matrices, issue severity cards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120640" y="3977640"/>
            <a:ext cx="2011680" cy="18745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120640" y="3977640"/>
            <a:ext cx="2011680" cy="45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28523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Deliver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85232" y="4634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Redlines, component docs, decision records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360920" y="3977640"/>
            <a:ext cx="2011680" cy="18745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7360920" y="3977640"/>
            <a:ext cx="201168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52551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525512" y="4634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reference, color, type, spacing, radius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601200" y="3977640"/>
            <a:ext cx="2011680" cy="18745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9601200" y="3977640"/>
            <a:ext cx="201168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765792" y="41148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Toolkit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765792" y="4634992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Copy-ready prompts and skill file references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ARTIFACTS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interactive React artifacts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tools you use directly in Claude — no setup required.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2560320" cy="3931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4864" cy="3931920"/>
          </a:xfrm>
          <a:prstGeom prst="rect">
            <a:avLst/>
          </a:prstGeom>
          <a:solidFill>
            <a:srgbClr val="22C55E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design-process-system.jsx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Process System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076448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Clickable phase-by-phase system with AI prompts, skill docs, templates, and tool recommendations per phase.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4919472"/>
            <a:ext cx="685800" cy="219456"/>
          </a:xfrm>
          <a:prstGeom prst="rect">
            <a:avLst/>
          </a:prstGeom>
          <a:solidFill>
            <a:srgbClr val="22C55E">
              <a:alpha val="18000"/>
            </a:srgbClr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49377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29000" y="1874520"/>
            <a:ext cx="2560320" cy="3931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429000" y="1874520"/>
            <a:ext cx="54864" cy="3931920"/>
          </a:xfrm>
          <a:prstGeom prst="rect">
            <a:avLst/>
          </a:prstGeom>
          <a:solidFill>
            <a:srgbClr val="F59E0B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1188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design-tokens-system.jsx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1188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Tokens System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11880" y="3076448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starter design system with tunable tokens, live component previews, presets, and AI-powered export.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11880" y="4919472"/>
            <a:ext cx="685800" cy="219456"/>
          </a:xfrm>
          <a:prstGeom prst="rect">
            <a:avLst/>
          </a:prstGeom>
          <a:solidFill>
            <a:srgbClr val="F59E0B">
              <a:alpha val="18000"/>
            </a:srgbClr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11880" y="49377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217920" y="1874520"/>
            <a:ext cx="2560320" cy="3931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217920" y="1874520"/>
            <a:ext cx="54864" cy="3931920"/>
          </a:xfrm>
          <a:prstGeom prst="rect">
            <a:avLst/>
          </a:prstGeom>
          <a:solidFill>
            <a:srgbClr val="8B5CF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design-system-checklist.jsx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Checklist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0" y="3076448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audit checklist from M3, Atlassian, IBM Carbon, and Apple HIG — with Figma-ready prompts.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0" y="4919472"/>
            <a:ext cx="685800" cy="219456"/>
          </a:xfrm>
          <a:prstGeom prst="rect">
            <a:avLst/>
          </a:prstGeom>
          <a:solidFill>
            <a:srgbClr val="8B5CF6">
              <a:alpha val="18000"/>
            </a:srgbClr>
          </a:solidFill>
          <a:ln w="952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0" y="49377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006840" y="1874520"/>
            <a:ext cx="2560320" cy="39319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006840" y="1874520"/>
            <a:ext cx="54864" cy="3931920"/>
          </a:xfrm>
          <a:prstGeom prst="rect">
            <a:avLst/>
          </a:prstGeom>
          <a:solidFill>
            <a:srgbClr val="14B8A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18972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m3-token-reference.jsx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8972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Token Reference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189720" y="3076448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M3 token docs for Button, Card, Text Field, and Nav Bar — color roles, shape, type, and spacing.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189720" y="4919472"/>
            <a:ext cx="685800" cy="219456"/>
          </a:xfrm>
          <a:prstGeom prst="rect">
            <a:avLst/>
          </a:prstGeom>
          <a:solidFill>
            <a:srgbClr val="14B8A6">
              <a:alpha val="18000"/>
            </a:srgbClr>
          </a:solidFill>
          <a:ln w="9525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189720" y="49377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460E62E-9D82-232A-D32F-87C7810352A4}"/>
              </a:ext>
            </a:extLst>
          </p:cNvPr>
          <p:cNvGrpSpPr/>
          <p:nvPr/>
        </p:nvGrpSpPr>
        <p:grpSpPr>
          <a:xfrm>
            <a:off x="914400" y="2237740"/>
            <a:ext cx="9271000" cy="2397760"/>
            <a:chOff x="914400" y="2047240"/>
            <a:chExt cx="9271000" cy="2397760"/>
          </a:xfrm>
        </p:grpSpPr>
        <p:sp>
          <p:nvSpPr>
            <p:cNvPr id="4" name="Text 2"/>
            <p:cNvSpPr/>
            <p:nvPr/>
          </p:nvSpPr>
          <p:spPr>
            <a:xfrm>
              <a:off x="1041400" y="2047240"/>
              <a:ext cx="91440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kern="0" spc="300" dirty="0">
                  <a:solidFill>
                    <a:srgbClr val="14B8A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GETTING STARTED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914400" y="2176272"/>
              <a:ext cx="8229600" cy="18288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5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How to Use</a:t>
              </a:r>
              <a:endParaRPr lang="en-US" sz="5200" dirty="0"/>
            </a:p>
            <a:p>
              <a:pPr marL="0" indent="0">
                <a:buNone/>
              </a:pPr>
              <a:r>
                <a:rPr lang="en-US" sz="5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 Framework</a:t>
              </a:r>
              <a:endParaRPr lang="en-US" sz="52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914400" y="3987800"/>
              <a:ext cx="6400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i="1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practical guide for teams and individuals.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67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framework with Claude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2780" y="12115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steps to get AI-powered design work flowing on any project.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3080" y="1737360"/>
            <a:ext cx="5394960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13080" y="1737360"/>
            <a:ext cx="53949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5960" y="18745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>
              <a:solidFill>
                <a:srgbClr val="0F172A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695960" y="232257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Claude Project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5960" y="28244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dedicated Project in Claude.ai. This gives Claude persistent context across all your sessions.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2360" y="1737360"/>
            <a:ext cx="5394960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182360" y="1737360"/>
            <a:ext cx="53949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65240" y="18745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>
              <a:solidFill>
                <a:srgbClr val="0F172A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65240" y="232257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skill files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65240" y="28244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phase skill files (user-research.md, problem-framing.md, etc.) to your Project knowledge base.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3080" y="4069080"/>
            <a:ext cx="5394960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13080" y="4069080"/>
            <a:ext cx="53949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95960" y="4206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>
              <a:solidFill>
                <a:srgbClr val="0F172A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5960" y="465429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project context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95960" y="51562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Claude what you're building, who it's for, and which phase you're in. More context = better output.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82360" y="4069080"/>
            <a:ext cx="5394960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82360" y="4069080"/>
            <a:ext cx="53949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65240" y="4206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>
              <a:solidFill>
                <a:srgbClr val="0F172A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65240" y="465429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the phases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65240" y="51562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prompts and templates in each skill file. Claude follows the structured workflows automatically.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97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MCP INTEGRATION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executes design work directly in Figma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2780" y="12242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Figma Playbook maps every deliverable to concrete Figma actions Claude executes via MCP.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3080" y="1874520"/>
            <a:ext cx="3566160" cy="201168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13080" y="1874520"/>
            <a:ext cx="3566160" cy="45720"/>
          </a:xfrm>
          <a:prstGeom prst="rect">
            <a:avLst/>
          </a:prstGeom>
          <a:solidFill>
            <a:srgbClr val="22C55E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77672" y="20116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7672" y="24048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findings boards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7672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cards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7672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matrices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07840" y="1874520"/>
            <a:ext cx="3566160" cy="201168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07840" y="1874520"/>
            <a:ext cx="3566160" cy="45720"/>
          </a:xfrm>
          <a:prstGeom prst="rect">
            <a:avLst/>
          </a:prstGeom>
          <a:solidFill>
            <a:srgbClr val="8B5CF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472432" y="20116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72432" y="24048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maps with emotion curves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72432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briefs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72432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boards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02600" y="1874520"/>
            <a:ext cx="3566160" cy="201168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02600" y="1874520"/>
            <a:ext cx="3566160" cy="45720"/>
          </a:xfrm>
          <a:prstGeom prst="rect">
            <a:avLst/>
          </a:prstGeom>
          <a:solidFill>
            <a:srgbClr val="F59E0B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67192" y="20116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67192" y="24048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cards (5 directions)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67192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 scaffolding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67192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references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3080" y="4114800"/>
            <a:ext cx="3566160" cy="201168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13080" y="4114800"/>
            <a:ext cx="3566160" cy="45720"/>
          </a:xfrm>
          <a:prstGeom prst="rect">
            <a:avLst/>
          </a:prstGeom>
          <a:solidFill>
            <a:srgbClr val="3B82F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77672" y="42519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77672" y="46451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with variants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7672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layouts + all states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7672" y="550468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variables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07840" y="4114800"/>
            <a:ext cx="3566160" cy="201168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307840" y="4114800"/>
            <a:ext cx="3566160" cy="45720"/>
          </a:xfrm>
          <a:prstGeom prst="rect">
            <a:avLst/>
          </a:prstGeom>
          <a:solidFill>
            <a:srgbClr val="EF4444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472432" y="42519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472432" y="46451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matrices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472432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severity cards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472432" y="550468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eval boards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02600" y="4114800"/>
            <a:ext cx="3566160" cy="201168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102600" y="4114800"/>
            <a:ext cx="3566160" cy="45720"/>
          </a:xfrm>
          <a:prstGeom prst="rect">
            <a:avLst/>
          </a:prstGeom>
          <a:solidFill>
            <a:srgbClr val="14B8A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267192" y="425196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267192" y="46451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annotations + redlines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267192" y="50749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doc frames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67192" y="550468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 cards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67080" y="41148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PROJECT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a new project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2780" y="1239012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 to kick off any engagement with the framework.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3080" y="1737360"/>
            <a:ext cx="329184" cy="329184"/>
          </a:xfrm>
          <a:prstGeom prst="ellipse">
            <a:avLst/>
          </a:prstGeom>
          <a:solidFill>
            <a:srgbClr val="22C55E">
              <a:alpha val="30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13080" y="175564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7672" y="2066544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16000" y="17282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the Figma template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16000" y="190652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Duplicate on the AI x UX Design Process Template. Rename it for your project.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13080" y="2542032"/>
            <a:ext cx="329184" cy="329184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3080" y="2560320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7672" y="2871216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16000" y="2532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Cover page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16000" y="27111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project name, client name, date, and lead designer to the Cover page metadata.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3080" y="3346704"/>
            <a:ext cx="329184" cy="329184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13080" y="336499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7672" y="3675888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16000" y="3337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Claude Project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16000" y="35158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relevant skill files. Add project context so Claude stays informed every session.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13080" y="4151376"/>
            <a:ext cx="329184" cy="329184"/>
          </a:xfrm>
          <a:prstGeom prst="ellipse">
            <a:avLst/>
          </a:prstGeom>
          <a:solidFill>
            <a:srgbClr val="3B82F6">
              <a:alpha val="3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3080" y="416966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77672" y="4480560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16000" y="4142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phase by phase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15999" y="4320540"/>
            <a:ext cx="5368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through Discover to Define to Ideate to Prototype to Validate to Deliver at your pace.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13080" y="4956048"/>
            <a:ext cx="329184" cy="329184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3080" y="497433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7672" y="5285232"/>
            <a:ext cx="0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016000" y="49469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Customize the Design System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15999" y="5125212"/>
            <a:ext cx="5368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Figma page 07, update the token reference for your client's brand and design language.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13080" y="5760720"/>
            <a:ext cx="329184" cy="329184"/>
          </a:xfrm>
          <a:prstGeom prst="ellipse">
            <a:avLst/>
          </a:prstGeom>
          <a:solidFill>
            <a:srgbClr val="14B8A6">
              <a:alpha val="30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3080" y="577900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16000" y="57515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interactive artifacts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16000" y="5929884"/>
            <a:ext cx="53685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design-process-system.jsx or design-tokens-system.jsx in Claude for live previewing.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66560" y="1691640"/>
            <a:ext cx="4754880" cy="44805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766560" y="1691640"/>
            <a:ext cx="54864" cy="4480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076440" y="18745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76440" y="21945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skill files in your Claude Project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076440" y="2880360"/>
            <a:ext cx="4206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skill files live in a Claude Project, Claude references them automatically in every session. No re-uploading. No re-explaining. Just describe what you need and which phase you're in.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076440" y="4526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fastest path to AI-assisted design at scale.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67080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CRAFT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best from Claude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2780" y="1211580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practices that consistently improve Claude's output quality.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66160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35661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" y="18470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>
              <a:solidFill>
                <a:srgbClr val="0F172A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" y="224942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 about context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268833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product, the user, the phase, and the goal. The more Claude knows, the better it performs.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1737360"/>
            <a:ext cx="3566160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34840" y="1737360"/>
            <a:ext cx="35661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99432" y="18470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>
              <a:solidFill>
                <a:srgbClr val="0F172A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99432" y="224942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[BRACKETS] as placeholders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99432" y="268833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skill file prompts use [BRACKETS]. Replace them with your specifics before sending.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0" y="1737360"/>
            <a:ext cx="3566160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229600" y="1737360"/>
            <a:ext cx="35661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394192" y="18470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>
              <a:solidFill>
                <a:srgbClr val="0F172A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94192" y="224942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structured output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394192" y="268833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tables, ranked lists, briefs with specific sections. Structure makes output immediately usable.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069080"/>
            <a:ext cx="3566160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40080" y="4069080"/>
            <a:ext cx="35661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04672" y="417880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>
              <a:solidFill>
                <a:srgbClr val="0F172A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804672" y="4581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Iterate, don't restart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502005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'make it more concise' or 'add a section on X' rather than re-prompting from scratch.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434840" y="4069080"/>
            <a:ext cx="3566160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434840" y="4069080"/>
            <a:ext cx="35661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599432" y="417880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>
              <a:solidFill>
                <a:srgbClr val="0F172A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4599432" y="4581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skill files as system prompts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99432" y="502005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a skill file gives Claude a structured role with established workflows for that phase.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29600" y="4069080"/>
            <a:ext cx="3566160" cy="210312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229600" y="4069080"/>
            <a:ext cx="356616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394192" y="417880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>
              <a:solidFill>
                <a:srgbClr val="0F172A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8394192" y="4581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with your judgment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394192" y="502005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drafts, you decide. Every output needs your expert eye before sharing with stakeholders.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0664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and modifying skills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243584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are plain Markdown — easy to edit, extend, and version.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5355" y="2304288"/>
            <a:ext cx="5120640" cy="2514600"/>
          </a:xfrm>
          <a:prstGeom prst="rect">
            <a:avLst/>
          </a:prstGeom>
          <a:solidFill>
            <a:schemeClr val="bg1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05355" y="2304288"/>
            <a:ext cx="5120640" cy="45720"/>
          </a:xfrm>
          <a:prstGeom prst="rect">
            <a:avLst/>
          </a:prstGeom>
          <a:solidFill>
            <a:srgbClr val="3B82F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88235" y="2468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frontmatter format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8235" y="27889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8235" y="30723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skill-name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88235" y="33558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phase: XX -- Phase Name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8235" y="363931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description: One-line description.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88235" y="392277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ai_leverage: high | medium | low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88235" y="42062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57515" y="19476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rules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57515" y="2304288"/>
            <a:ext cx="50292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57515" y="2304288"/>
            <a:ext cx="502920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622107" y="23774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structured templates with clear [PLACEHOLDERS]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57515" y="3145536"/>
            <a:ext cx="50292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57515" y="3145536"/>
            <a:ext cx="502920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22107" y="321868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quality checklist at the end of every skill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57515" y="3986784"/>
            <a:ext cx="50292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457515" y="3986784"/>
            <a:ext cx="502920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622107" y="405993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skills actionable — workflows, not theory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57515" y="4828032"/>
            <a:ext cx="50292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457515" y="4828032"/>
            <a:ext cx="5029200" cy="4572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622107" y="490118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frontmatter format: name, phase, description, ai_leverage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64240" y="6510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52239" y="38404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59436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one view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4880" y="1371600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4880" y="1371600"/>
            <a:ext cx="45720" cy="54864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2040" y="14264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File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92040" y="163677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UX Design Process Template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36000" y="1636776"/>
            <a:ext cx="1513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per project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5600" y="1371600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15600" y="1371600"/>
            <a:ext cx="45720" cy="548640"/>
          </a:xfrm>
          <a:prstGeom prst="rect">
            <a:avLst/>
          </a:prstGeom>
          <a:solidFill>
            <a:srgbClr val="22C55E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352760" y="14264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352760" y="163677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user-research.md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559000" y="163677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4880" y="2029968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4880" y="2029968"/>
            <a:ext cx="45720" cy="548640"/>
          </a:xfrm>
          <a:prstGeom prst="rect">
            <a:avLst/>
          </a:prstGeom>
          <a:solidFill>
            <a:srgbClr val="22C55E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2040" y="20848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01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92040" y="229514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competitive-analysis.md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98280" y="229514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5600" y="2029968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215600" y="2029968"/>
            <a:ext cx="45720" cy="548640"/>
          </a:xfrm>
          <a:prstGeom prst="rect">
            <a:avLst/>
          </a:prstGeom>
          <a:solidFill>
            <a:srgbClr val="8B5CF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52760" y="20848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352760" y="229514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problem-framing.md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59000" y="229514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4880" y="2688336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4880" y="2688336"/>
            <a:ext cx="45720" cy="548640"/>
          </a:xfrm>
          <a:prstGeom prst="rect">
            <a:avLst/>
          </a:prstGeom>
          <a:solidFill>
            <a:srgbClr val="F59E0B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2040" y="2743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92040" y="29535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concept-generation.md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98280" y="295351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5600" y="2688336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215600" y="2688336"/>
            <a:ext cx="45720" cy="548640"/>
          </a:xfrm>
          <a:prstGeom prst="rect">
            <a:avLst/>
          </a:prstGeom>
          <a:solidFill>
            <a:srgbClr val="3B82F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352760" y="2743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04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352760" y="29535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prototyping.md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559000" y="295351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4880" y="3346704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4880" y="3346704"/>
            <a:ext cx="45720" cy="548640"/>
          </a:xfrm>
          <a:prstGeom prst="rect">
            <a:avLst/>
          </a:prstGeom>
          <a:solidFill>
            <a:srgbClr val="EF4444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9204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92040" y="36118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usability-testing.md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798280" y="361188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5600" y="3346704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215600" y="3346704"/>
            <a:ext cx="45720" cy="548640"/>
          </a:xfrm>
          <a:prstGeom prst="rect">
            <a:avLst/>
          </a:prstGeom>
          <a:solidFill>
            <a:srgbClr val="14B8A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52760" y="340156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06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352760" y="36118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design-delivery.md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559000" y="361188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4880" y="4005072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54880" y="4005072"/>
            <a:ext cx="45720" cy="548640"/>
          </a:xfrm>
          <a:prstGeom prst="rect">
            <a:avLst/>
          </a:prstGeom>
          <a:solidFill>
            <a:srgbClr val="F69E0B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92040" y="4059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03/06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92040" y="427024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design-systems.md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798280" y="427024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 + Deliver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215600" y="4005072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215600" y="4005072"/>
            <a:ext cx="45720" cy="54864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352760" y="4059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— ALL</a:t>
            </a:r>
            <a:endParaRPr 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6352760" y="427024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figma-playbook.md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559000" y="427024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phases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4880" y="4663440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54880" y="4663440"/>
            <a:ext cx="45720" cy="54864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592040" y="47183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8" name="Text 56"/>
          <p:cNvSpPr/>
          <p:nvPr/>
        </p:nvSpPr>
        <p:spPr>
          <a:xfrm>
            <a:off x="592040" y="49286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design-process-system.jsx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798280" y="49286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explorer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215600" y="4663440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6215600" y="4663440"/>
            <a:ext cx="45720" cy="54864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352760" y="47183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3" name="Text 61"/>
          <p:cNvSpPr/>
          <p:nvPr/>
        </p:nvSpPr>
        <p:spPr>
          <a:xfrm>
            <a:off x="6352760" y="49286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design-tokens-system.jsx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559000" y="4928616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builder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4880" y="5321808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454880" y="5321808"/>
            <a:ext cx="45720" cy="54864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92040" y="53766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8" name="Text 66"/>
          <p:cNvSpPr/>
          <p:nvPr/>
        </p:nvSpPr>
        <p:spPr>
          <a:xfrm>
            <a:off x="592040" y="55869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design-system-checklist.jsx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4798280" y="55869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tool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215600" y="5321808"/>
            <a:ext cx="5532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6215600" y="5321808"/>
            <a:ext cx="45720" cy="548640"/>
          </a:xfrm>
          <a:prstGeom prst="rect">
            <a:avLst/>
          </a:prstGeom>
          <a:solidFill>
            <a:schemeClr val="bg2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6352760" y="53766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</a:t>
            </a:r>
            <a:endParaRPr lang="en-US" sz="7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3" name="Text 71"/>
          <p:cNvSpPr/>
          <p:nvPr/>
        </p:nvSpPr>
        <p:spPr>
          <a:xfrm>
            <a:off x="6352760" y="55869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m3-token-reference.jsx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10559000" y="55869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3080" y="934720"/>
            <a:ext cx="731520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UX</a:t>
            </a:r>
            <a:endParaRPr lang="en-US" sz="5600" dirty="0"/>
          </a:p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Framework</a:t>
            </a:r>
            <a:endParaRPr lang="en-US" sz="5600" dirty="0"/>
          </a:p>
        </p:txBody>
      </p:sp>
      <p:sp>
        <p:nvSpPr>
          <p:cNvPr id="3" name="Shape 1"/>
          <p:cNvSpPr/>
          <p:nvPr/>
        </p:nvSpPr>
        <p:spPr>
          <a:xfrm>
            <a:off x="640080" y="2918968"/>
            <a:ext cx="109728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402539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42265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figma.com/design/mrHuD7sY7h6uKSVndTSIQE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6197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4820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github.com/quinrobinson/AI-x-UX-Product-Design-Framework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332720" y="652881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— MIT License</a:t>
            </a:r>
            <a:endParaRPr lang="en-US" sz="900" dirty="0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0340DEBC-8F2B-D727-9DA9-F5D4C16F4F31}"/>
              </a:ext>
            </a:extLst>
          </p:cNvPr>
          <p:cNvSpPr/>
          <p:nvPr/>
        </p:nvSpPr>
        <p:spPr>
          <a:xfrm>
            <a:off x="640080" y="5577840"/>
            <a:ext cx="1088136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F7644390-9D64-B900-9D15-D246C7379E3F}"/>
              </a:ext>
            </a:extLst>
          </p:cNvPr>
          <p:cNvSpPr/>
          <p:nvPr/>
        </p:nvSpPr>
        <p:spPr>
          <a:xfrm>
            <a:off x="64008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100" dirty="0"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933EA2E2-6FAA-4EED-CD40-EA5580C634BA}"/>
              </a:ext>
            </a:extLst>
          </p:cNvPr>
          <p:cNvSpPr/>
          <p:nvPr/>
        </p:nvSpPr>
        <p:spPr>
          <a:xfrm>
            <a:off x="640080" y="5943599"/>
            <a:ext cx="1280160" cy="0"/>
          </a:xfrm>
          <a:prstGeom prst="rect">
            <a:avLst/>
          </a:prstGeom>
          <a:solidFill>
            <a:srgbClr val="22C55E">
              <a:alpha val="45000"/>
            </a:srgbClr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045E40E9-181C-0F38-EFCC-F5D6C5FEB4B1}"/>
              </a:ext>
            </a:extLst>
          </p:cNvPr>
          <p:cNvSpPr/>
          <p:nvPr/>
        </p:nvSpPr>
        <p:spPr>
          <a:xfrm>
            <a:off x="256032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100" dirty="0"/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A3D1606B-A87D-6C11-FEF2-E325E67E1808}"/>
              </a:ext>
            </a:extLst>
          </p:cNvPr>
          <p:cNvSpPr/>
          <p:nvPr/>
        </p:nvSpPr>
        <p:spPr>
          <a:xfrm>
            <a:off x="2560320" y="5943599"/>
            <a:ext cx="1280160" cy="0"/>
          </a:xfrm>
          <a:prstGeom prst="rect">
            <a:avLst/>
          </a:prstGeom>
          <a:solidFill>
            <a:srgbClr val="8B5CF6">
              <a:alpha val="45000"/>
            </a:srgbClr>
          </a:solidFill>
          <a:ln w="12700">
            <a:solidFill>
              <a:srgbClr val="8B5CF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4CBBE6D7-3F18-E7A5-1E7D-B5CAE3E15507}"/>
              </a:ext>
            </a:extLst>
          </p:cNvPr>
          <p:cNvSpPr/>
          <p:nvPr/>
        </p:nvSpPr>
        <p:spPr>
          <a:xfrm>
            <a:off x="448056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100" dirty="0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60D99668-EA87-B270-6328-2A129E24DCE8}"/>
              </a:ext>
            </a:extLst>
          </p:cNvPr>
          <p:cNvSpPr/>
          <p:nvPr/>
        </p:nvSpPr>
        <p:spPr>
          <a:xfrm>
            <a:off x="4480560" y="5943599"/>
            <a:ext cx="1280160" cy="0"/>
          </a:xfrm>
          <a:prstGeom prst="rect">
            <a:avLst/>
          </a:prstGeom>
          <a:solidFill>
            <a:srgbClr val="F59E0B">
              <a:alpha val="45000"/>
            </a:srgbClr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86D2405A-CF91-B43B-0249-F28A30FA57FF}"/>
              </a:ext>
            </a:extLst>
          </p:cNvPr>
          <p:cNvSpPr/>
          <p:nvPr/>
        </p:nvSpPr>
        <p:spPr>
          <a:xfrm>
            <a:off x="640080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6A6BA315-CB80-853C-EF7F-2B33DFAF899D}"/>
              </a:ext>
            </a:extLst>
          </p:cNvPr>
          <p:cNvSpPr/>
          <p:nvPr/>
        </p:nvSpPr>
        <p:spPr>
          <a:xfrm>
            <a:off x="6400800" y="5943599"/>
            <a:ext cx="1280160" cy="0"/>
          </a:xfrm>
          <a:prstGeom prst="rect">
            <a:avLst/>
          </a:prstGeom>
          <a:solidFill>
            <a:srgbClr val="3B82F6">
              <a:alpha val="45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C602583C-69B5-9B22-3352-F3902E2A5863}"/>
              </a:ext>
            </a:extLst>
          </p:cNvPr>
          <p:cNvSpPr/>
          <p:nvPr/>
        </p:nvSpPr>
        <p:spPr>
          <a:xfrm>
            <a:off x="832104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27" name="Shape 21">
            <a:extLst>
              <a:ext uri="{FF2B5EF4-FFF2-40B4-BE49-F238E27FC236}">
                <a16:creationId xmlns:a16="http://schemas.microsoft.com/office/drawing/2014/main" id="{ACD86337-EAA7-97A5-DC20-3F1419020862}"/>
              </a:ext>
            </a:extLst>
          </p:cNvPr>
          <p:cNvSpPr/>
          <p:nvPr/>
        </p:nvSpPr>
        <p:spPr>
          <a:xfrm>
            <a:off x="8321040" y="5943599"/>
            <a:ext cx="1280160" cy="0"/>
          </a:xfrm>
          <a:prstGeom prst="rect">
            <a:avLst/>
          </a:prstGeom>
          <a:solidFill>
            <a:srgbClr val="EF4444">
              <a:alpha val="45000"/>
            </a:srgbClr>
          </a:solidFill>
          <a:ln w="12700">
            <a:solidFill>
              <a:srgbClr val="EF444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59657DED-C3A2-C9C1-1407-40F191E74EFE}"/>
              </a:ext>
            </a:extLst>
          </p:cNvPr>
          <p:cNvSpPr/>
          <p:nvPr/>
        </p:nvSpPr>
        <p:spPr>
          <a:xfrm>
            <a:off x="10241280" y="5669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100" dirty="0"/>
          </a:p>
        </p:txBody>
      </p:sp>
      <p:sp>
        <p:nvSpPr>
          <p:cNvPr id="29" name="Shape 23">
            <a:extLst>
              <a:ext uri="{FF2B5EF4-FFF2-40B4-BE49-F238E27FC236}">
                <a16:creationId xmlns:a16="http://schemas.microsoft.com/office/drawing/2014/main" id="{5262CCC7-115A-B25C-8C6C-A4F4C4777CE9}"/>
              </a:ext>
            </a:extLst>
          </p:cNvPr>
          <p:cNvSpPr/>
          <p:nvPr/>
        </p:nvSpPr>
        <p:spPr>
          <a:xfrm>
            <a:off x="10241280" y="5943599"/>
            <a:ext cx="1280160" cy="0"/>
          </a:xfrm>
          <a:prstGeom prst="rect">
            <a:avLst/>
          </a:prstGeom>
          <a:solidFill>
            <a:srgbClr val="14B8A6">
              <a:alpha val="45000"/>
            </a:srgbClr>
          </a:solidFill>
          <a:ln w="12700">
            <a:solidFill>
              <a:srgbClr val="14B8A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524</TotalTime>
  <Words>1934</Words>
  <Application>Microsoft Macintosh PowerPoint</Application>
  <PresentationFormat>Widescreen</PresentationFormat>
  <Paragraphs>391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x UX Design Framework — Onboarding</dc:title>
  <dc:subject>PptxGenJS Presentation</dc:subject>
  <dc:creator>Quin Robinson</dc:creator>
  <cp:lastModifiedBy>Quin Robinson</cp:lastModifiedBy>
  <cp:revision>2</cp:revision>
  <dcterms:created xsi:type="dcterms:W3CDTF">2026-03-28T19:04:09Z</dcterms:created>
  <dcterms:modified xsi:type="dcterms:W3CDTF">2026-03-29T03:53:42Z</dcterms:modified>
</cp:coreProperties>
</file>
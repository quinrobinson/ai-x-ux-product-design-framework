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× UX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Design Framework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Onboarding Guide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0972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scalable, AI-integrated framework for product design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research through delivery.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4630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560320" y="14630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design time spent on repetitive documentation and handoff tasks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76809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560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3–5×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560320" y="25603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cycle times when research, ideation, and prototyping aren't connected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36576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560320" y="3657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design system decisions are undocumented — lost when team members leave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Framework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living system that connects every phase of design with AI, Figma, and structured skill files.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187452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286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9260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Skill Files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" y="3383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workflows, templates, quality checklists per phase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88920" y="2011680"/>
            <a:ext cx="187452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2860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26080" y="29260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JSX Artifacts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926080" y="3383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tools for token tuning, auditing, and process management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846320" y="2011680"/>
            <a:ext cx="187452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2860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83480" y="29260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983480" y="3383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10-page project file with workspace sections per phase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903720" y="2011680"/>
            <a:ext cx="187452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22860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040880" y="29260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MCP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7040880" y="3383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builds directly in your Figma file via the playbook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Design Process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phases. Each with dedicated skills, prompts, templates, and Figma integration.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2801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128016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91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514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97180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synthesis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874520" y="1554480"/>
            <a:ext cx="12801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74520" y="1554480"/>
            <a:ext cx="128016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2" name="Text 9"/>
          <p:cNvSpPr/>
          <p:nvPr/>
        </p:nvSpPr>
        <p:spPr>
          <a:xfrm>
            <a:off x="1874520" y="1691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0574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874520" y="2514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965960" y="297180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briefs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91840" y="1554480"/>
            <a:ext cx="12801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291840" y="1554480"/>
            <a:ext cx="12801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4"/>
          <p:cNvSpPr/>
          <p:nvPr/>
        </p:nvSpPr>
        <p:spPr>
          <a:xfrm>
            <a:off x="3291840" y="1691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0574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291840" y="2514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3383280" y="297180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patterns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1554480"/>
            <a:ext cx="12801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09160" y="1554480"/>
            <a:ext cx="12801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19"/>
          <p:cNvSpPr/>
          <p:nvPr/>
        </p:nvSpPr>
        <p:spPr>
          <a:xfrm>
            <a:off x="4709160" y="1691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0574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709160" y="2514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4800600" y="297180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builds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copy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A11y audits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126480" y="1554480"/>
            <a:ext cx="12801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126480" y="1554480"/>
            <a:ext cx="128016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0" name="Text 24"/>
          <p:cNvSpPr/>
          <p:nvPr/>
        </p:nvSpPr>
        <p:spPr>
          <a:xfrm>
            <a:off x="6126480" y="1691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057400"/>
            <a:ext cx="365760" cy="3657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126480" y="2514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6217920" y="297180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evals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7543800" y="1554480"/>
            <a:ext cx="12801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543800" y="1554480"/>
            <a:ext cx="128016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6" name="Text 29"/>
          <p:cNvSpPr/>
          <p:nvPr/>
        </p:nvSpPr>
        <p:spPr>
          <a:xfrm>
            <a:off x="7543800" y="1691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2057400"/>
            <a:ext cx="365760" cy="36576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543800" y="2514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400" dirty="0"/>
          </a:p>
        </p:txBody>
      </p:sp>
      <p:sp>
        <p:nvSpPr>
          <p:cNvPr id="39" name="Text 31"/>
          <p:cNvSpPr/>
          <p:nvPr/>
        </p:nvSpPr>
        <p:spPr>
          <a:xfrm>
            <a:off x="7635240" y="297180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specs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× Design Philosophy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749040" cy="2926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554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amplifies throughput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21031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synthesized in minutes, not days.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that needed a week ship in hours.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that was always skipped now gets written.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371600"/>
            <a:ext cx="3749040" cy="2926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554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provide judgment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21031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Taste. Empathy. Strategic thinking.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navigation. Ethical consideration.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options — you make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 the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 (.md)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9184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files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Workflows, templates, quality checklists — one per design discipline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92024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9202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Artifacts (.jsx)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tools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1920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system, design tokens, audit checklist, M3 reference, onboarding deck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6517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65176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651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91840" y="26517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pages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Cover, process map, 6 phase pages, design system, AI toolkit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3832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38328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383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Playbook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91840" y="33832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actions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patterns for building deliverables directly in Figma from Claude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11480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411480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114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91840" y="41148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controlled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41148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artifacts, skills, and documentation in one place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 Files — Your AI Playbook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skill file is a structured .md document you upload to Claude. It contains the complete workflow, templates, and quality checklist for that discipline.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4864" cy="5029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user-research.md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54864" cy="5029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94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2194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competitive-analysis.md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54864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346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problem-framing.md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54864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4747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concept-generation.md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114800"/>
            <a:ext cx="54864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1148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4114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design-systems.md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554480"/>
            <a:ext cx="54864" cy="502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5544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94960" y="1554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prototyping.md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2194560"/>
            <a:ext cx="54864" cy="502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194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94960" y="2194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usability-testing.md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2834640"/>
            <a:ext cx="54864" cy="5029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28346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39496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design-delivery.md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3474720"/>
            <a:ext cx="54864" cy="5029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34747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figma-playbook.md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a Skill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548640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554480" y="1280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.md file to Claude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600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skill file into the conversation or paste its contents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548640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Claude about the product, users, constraints, and what you need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548640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follows the workflow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54480" y="3337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file guides Claude through structured steps with quality gates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886200"/>
            <a:ext cx="548640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3886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structured deliverables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206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briefs, journey maps, component specs — ready to use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Tokens — Live Tuning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Tokens artifact is an interactive tool with 5 tabs: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54864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63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Tokens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463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palette, spacing scale, border radius — all tunable with live preview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48840"/>
            <a:ext cx="54864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48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Scale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1488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 system with configurable scale ratio and font pairing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834640"/>
            <a:ext cx="54864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834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2834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inputs, cards, badges, alerts — styled with your tokens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52044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520440"/>
            <a:ext cx="54864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520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Audit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520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against Material, Atlassian, Carbon, Apple HIG with prompts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206240"/>
            <a:ext cx="54864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&amp; AI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017520" y="4206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CSS variables, AI customization prompt, client delivery checklist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preset (Corporate, Startup, Minimal, Warm) → customize → export → deliver to client.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Figma Template — Your Project Home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per project. Fill in as you go. AI Toolkit page has copy-ready prompts.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27048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— project metadata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67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3000" y="21031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Process Map — visual overview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07208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43000" y="2743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Discover — research workspace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4728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43000" y="33832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Define — problem framing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87368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43000" y="40233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Ideate — concept exploration</a:t>
            </a:r>
            <a:endParaRPr lang="en-US" sz="13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1527048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516636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Prototype — hi-fi designs</a:t>
            </a:r>
            <a:endParaRPr lang="en-US" sz="1300" dirty="0"/>
          </a:p>
        </p:txBody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167128"/>
            <a:ext cx="274320" cy="27432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5166360" y="21031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Validate — test findings</a:t>
            </a:r>
            <a:endParaRPr lang="en-US" sz="13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2807208"/>
            <a:ext cx="274320" cy="274320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5166360" y="2743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Deliver — specs &amp; handoff</a:t>
            </a:r>
            <a:endParaRPr lang="en-US" sz="1300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3447288"/>
            <a:ext cx="274320" cy="274320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5166360" y="33832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Design System — token reference</a:t>
            </a:r>
            <a:endParaRPr lang="en-US" sz="1300" dirty="0"/>
          </a:p>
        </p:txBody>
      </p:sp>
      <p:pic>
        <p:nvPicPr>
          <p:cNvPr id="2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4087368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5166360" y="40233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AI Toolkit — prompts &amp; skill refs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Figma Playbook — AI Builds in Figma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reads the phase skill (WHAT to create) + the playbook (HOW to build it in Figma).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377440" y="15544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boards, persona cards, competitive matrices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54864" cy="4114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103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77440" y="2103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maps, design briefs, requirements boards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651760"/>
            <a:ext cx="54864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517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77440" y="26517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cards, wireframes, design system tokens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200400"/>
            <a:ext cx="54864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77440" y="32004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screen layouts, Figma variables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54864" cy="411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49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377440" y="37490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boards, issue cards, heuristic evals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297680"/>
            <a:ext cx="54864" cy="411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297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77440" y="42976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annotations, component docs, DDR cards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Case — Personal Project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11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Figma template for your project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411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783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user-research.md to Claude with your research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411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377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Scaffolder prompt to generate your design system tokens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411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values into the Design Tokens artifact to preview live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411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System Audit tab to check coverage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206240"/>
            <a:ext cx="411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160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Figma Playbook to build deliverables directly in the file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Case — Client Engagement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1148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GitHub repo for version control on the client project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41148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783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Figma template — fill in Cover with client details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41148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377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competitive-analysis.md to map their market landscape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41148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client-branded design system with the Scaffolder + Tokens artifact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41148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each phase, using skill files to structure AI-assisted work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206240"/>
            <a:ext cx="41148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160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Deliver: component specs, handoff package, DDRs — all from the framework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Start — Figma Setup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1887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template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11887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figma.com/design/mrHuD7sY7h6uKSVndTSIQE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2024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1920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to your drafts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19202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→ Duplicate to your drafts (or team project)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6517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the file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06240" y="26517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 × UX — [Client/Project Name]"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38328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3832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Cover page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06240" y="3383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name, client, date, and design lead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1148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1148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on the phase you need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06240" y="41148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page has labeled workspace sections ready to fill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Start — Claude Setup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1887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11887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 — create a new conversation or project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2024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1920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Figma MCP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19202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Integrations → Enable Figma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6517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skill file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06240" y="26517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.md file for the phase you're working 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38328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3832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project context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06240" y="3383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"I'm working on [product] for [audience]. The problem is [X]."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768096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1148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1148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the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06240" y="41148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follows the skill's steps and produces structured deliverables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Tips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1188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skill + playbook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1280160" y="15544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phase skill AND figma-playbook.md together. Claude reads both — skill for content, playbook for Figma execution.</a:t>
            </a:r>
            <a:endParaRPr lang="en-US" sz="1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80160" y="21031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presets as starting points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280160" y="24688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Tokens artifact has 4 presets (Corporate, Startup, Minimal, Warm). Start from the closest, then tune.</a:t>
            </a:r>
            <a:endParaRPr lang="en-US" sz="12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320040" cy="3200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30175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audit before delivery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280160" y="3383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Audit tab checks against Material, Atlassian, Carbon, and Apple HIG. Catch gaps before the client does.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23360"/>
            <a:ext cx="320040" cy="32004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80160" y="39319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own prompts</a:t>
            </a:r>
            <a:endParaRPr lang="en-US" sz="1500" dirty="0"/>
          </a:p>
        </p:txBody>
      </p:sp>
      <p:sp>
        <p:nvSpPr>
          <p:cNvPr id="14" name="Text 8"/>
          <p:cNvSpPr/>
          <p:nvPr/>
        </p:nvSpPr>
        <p:spPr>
          <a:xfrm>
            <a:off x="1280160" y="4297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prompt that works well for your practice? Add it to the skill file. The system grows with you.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77724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44475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280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114800" y="1280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github.com/quinrobinson/AI-x-UX-Product-Design-Framework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28600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286000"/>
            <a:ext cx="77724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4505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37360" y="22860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114800" y="228600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figma.com/design/mrHuD7sY7h6uKSVndTSIQE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29184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291840"/>
            <a:ext cx="77724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34564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37360" y="32918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4114800" y="32918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 something</a:t>
            </a:r>
            <a:endParaRPr lang="en-US" sz="4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exceptional.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10972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UX Product Design Framework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Figma template. Upload a skill file. Start designing.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× UX Product Design Framework — Team Onboarding</dc:title>
  <dc:subject>PptxGenJS Presentation</dc:subject>
  <dc:creator>Quin Robinson</dc:creator>
  <cp:lastModifiedBy>Quin Robinson</cp:lastModifiedBy>
  <cp:revision>1</cp:revision>
  <dcterms:created xsi:type="dcterms:W3CDTF">2026-03-28T00:46:17Z</dcterms:created>
  <dcterms:modified xsi:type="dcterms:W3CDTF">2026-03-28T00:46:17Z</dcterms:modified>
</cp:coreProperties>
</file>
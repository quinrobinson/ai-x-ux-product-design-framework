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6858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UX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Framework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640080" y="3364992"/>
            <a:ext cx="109728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511296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project template for integrating AI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every phase of product design.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262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4727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45262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926080" y="4727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Design Phases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212080" y="45262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212080" y="4727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Skill Files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0" y="45262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LEVERAGE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498080" y="4727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throughout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577840"/>
            <a:ext cx="1088136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5943600"/>
            <a:ext cx="1737360" cy="27432"/>
          </a:xfrm>
          <a:prstGeom prst="rect">
            <a:avLst/>
          </a:prstGeom>
          <a:solidFill>
            <a:srgbClr val="22C55E">
              <a:alpha val="45000"/>
            </a:srgbClr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60320" y="5943600"/>
            <a:ext cx="1737360" cy="27432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>
                <a:alpha val="4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80560" y="5943600"/>
            <a:ext cx="1737360" cy="27432"/>
          </a:xfrm>
          <a:prstGeom prst="rect">
            <a:avLst/>
          </a:prstGeom>
          <a:solidFill>
            <a:srgbClr val="F59E0B">
              <a:alpha val="45000"/>
            </a:srgbClr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5943600"/>
            <a:ext cx="1737360" cy="27432"/>
          </a:xfrm>
          <a:prstGeom prst="rect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2104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321040" y="5943600"/>
            <a:ext cx="1737360" cy="27432"/>
          </a:xfrm>
          <a:prstGeom prst="rect">
            <a:avLst/>
          </a:prstGeom>
          <a:solidFill>
            <a:srgbClr val="EF4444">
              <a:alpha val="45000"/>
            </a:srgbClr>
          </a:solidFill>
          <a:ln w="12700">
            <a:solidFill>
              <a:srgbClr val="EF4444">
                <a:alpha val="4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241280" y="5943600"/>
            <a:ext cx="1737360" cy="27432"/>
          </a:xfrm>
          <a:prstGeom prst="rect">
            <a:avLst/>
          </a:prstGeom>
          <a:solidFill>
            <a:srgbClr val="14B8A6">
              <a:alpha val="45000"/>
            </a:srgbClr>
          </a:solidFill>
          <a:ln w="12700">
            <a:solidFill>
              <a:srgbClr val="14B8A6">
                <a:alpha val="4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52881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— Duplicate the Figma template for each new project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AI x UX Design Framework?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scalable, AI-integrated system for product and UX design — from research through delivery.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566160" cy="150876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7452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29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3957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skill files covering every design phase — from discovery through delivery.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874520"/>
            <a:ext cx="3566160" cy="150876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87452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029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AI-integrated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3957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Prompts, templates, and workflows built for Claude and other AI tools.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874520"/>
            <a:ext cx="3566160" cy="150876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187452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2029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system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23957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grow with your practice. Add, modify, and scale as you go.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640080" y="4370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files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3291840" y="4370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phases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5074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640080" y="5788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artifacts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91840" y="5074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3291840" y="5788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566160"/>
            <a:ext cx="5303520" cy="251460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3566160"/>
            <a:ext cx="530352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7490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framework. Any project. Every phase.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400800" y="443484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x UX Design Framework is a living system — use what's useful now, grow it over time. It's not a methodology to follow. It's infrastructure to build 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 is fast. Design workflows haven't caught up.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5394960" cy="132588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508760"/>
            <a:ext cx="53949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tools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9842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used ad hoc — one-off prompts, no systematic approach to integration across the team.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08760"/>
            <a:ext cx="5394960" cy="132588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08760"/>
            <a:ext cx="53949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645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outputs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19842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designer uses AI differently, leading to unpredictable quality across projects.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017520"/>
            <a:ext cx="5394960" cy="132588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017520"/>
            <a:ext cx="53949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1546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language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349300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lack templates and frameworks to leverage AI collectively and repeatably.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017520"/>
            <a:ext cx="5394960" cy="132588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017520"/>
            <a:ext cx="53949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31546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Reinventing the wheel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92240" y="349300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restarts from zero. No accumulated knowledge, no institutional memory.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754880"/>
            <a:ext cx="10881360" cy="7772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8463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framework is the answer — a structured, AI-native approach to product design that scales with any team.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5715000"/>
            <a:ext cx="10881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80644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 →  Define  →  Ideate  →  Prototype  →  Validate  →  Deliver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2024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" y="2176272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Process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phases. Nine skill files. One coherent system.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778240" y="914400"/>
            <a:ext cx="1783080" cy="329184"/>
          </a:xfrm>
          <a:prstGeom prst="rect">
            <a:avLst/>
          </a:prstGeom>
          <a:solidFill>
            <a:srgbClr val="22C55E">
              <a:alpha val="15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0" y="969264"/>
            <a:ext cx="1627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778240" y="1737360"/>
            <a:ext cx="1783080" cy="329184"/>
          </a:xfrm>
          <a:prstGeom prst="rect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0" y="1792224"/>
            <a:ext cx="1627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78240" y="2560320"/>
            <a:ext cx="1783080" cy="329184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0" y="2615184"/>
            <a:ext cx="1627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778240" y="3383280"/>
            <a:ext cx="1783080" cy="329184"/>
          </a:xfrm>
          <a:prstGeom prst="rect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3438144"/>
            <a:ext cx="1627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778240" y="4206240"/>
            <a:ext cx="1783080" cy="329184"/>
          </a:xfrm>
          <a:prstGeom prst="rect">
            <a:avLst/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4261104"/>
            <a:ext cx="1627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778240" y="5029200"/>
            <a:ext cx="1783080" cy="329184"/>
          </a:xfrm>
          <a:prstGeom prst="rect">
            <a:avLst/>
          </a:prstGeom>
          <a:solidFill>
            <a:srgbClr val="14B8A6">
              <a:alpha val="15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5084064"/>
            <a:ext cx="1627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OVERVIEW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phases, end to end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has dedicated skill files, AI prompts, and Figma workspace pages.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566160" cy="205740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304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267919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problem space through research, competitive analysis, and synthesis.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1783080"/>
            <a:ext cx="3566160" cy="205740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34840" y="178308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2304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17720" y="267919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the problem clearly with HMW statements, journey maps, and design briefs.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0" y="1783080"/>
            <a:ext cx="3566160" cy="205740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178308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12480" y="2304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12480" y="267919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diverse design concepts using the Five-Direction method and AI prompts.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069080"/>
            <a:ext cx="3566160" cy="205740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069080"/>
            <a:ext cx="356616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4590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22960" y="496519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functional prototypes, write UX copy, and run accessibility audits.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434840" y="4069080"/>
            <a:ext cx="3566160" cy="205740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434840" y="406908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4206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617720" y="4590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617720" y="496519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with real users, synthesize findings, and prioritize by severity x frequency.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0" y="4069080"/>
            <a:ext cx="3566160" cy="205740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29600" y="406908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206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412480" y="4590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412480" y="496519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component specs, dev handoff packages, and design decision records.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FILES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structured skill files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contains workflows, AI prompts, templates, and quality checklists.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66160" cy="137160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3736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" y="20482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Research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957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user-research.md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268833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7066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1737360"/>
            <a:ext cx="3566160" cy="137160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34840" y="173736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0" y="20482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3957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competitive-analysis.md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0" y="268833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27066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29600" y="1737360"/>
            <a:ext cx="3566160" cy="137160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0" y="173736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366760" y="20482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66760" y="23957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problem-framing.md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366760" y="2688336"/>
            <a:ext cx="822960" cy="201168"/>
          </a:xfrm>
          <a:prstGeom prst="rect">
            <a:avLst/>
          </a:prstGeom>
          <a:solidFill>
            <a:srgbClr val="F59E0B">
              <a:alpha val="20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7066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Medium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0080" y="3291840"/>
            <a:ext cx="3566160" cy="137160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329184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77240" y="36027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Generation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77240" y="39502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concept-generation.md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7240" y="424281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42611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434840" y="3291840"/>
            <a:ext cx="3566160" cy="137160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434840" y="3291840"/>
            <a:ext cx="356616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04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72000" y="36027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72000" y="39502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prototyping.md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424281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0" y="42611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229600" y="3291840"/>
            <a:ext cx="3566160" cy="137160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229600" y="329184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6676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05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366760" y="36027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Testing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366760" y="39502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usability-testing.md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366760" y="424281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66760" y="42611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40080" y="4846320"/>
            <a:ext cx="3566160" cy="137160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40080" y="484632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7240" y="4956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06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77240" y="5157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Delivery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77240" y="5504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design-delivery.md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77240" y="579729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7240" y="58155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434840" y="4846320"/>
            <a:ext cx="3566160" cy="137160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4434840" y="484632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0" y="4956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03/06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572000" y="5157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Systems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4572000" y="5504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design-systems.md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572000" y="579729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0" y="58155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229600" y="4846320"/>
            <a:ext cx="3566160" cy="137160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8229600" y="484632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366760" y="4956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ALL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366760" y="5157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Playbook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8366760" y="5504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figma-playbook.md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8366760" y="579729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366760" y="58155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Figma project template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10-page file you duplicate per project — structured, phase-by-phase.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2011680" cy="187452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74520"/>
            <a:ext cx="201168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04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metadata, team, and phase overview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80360" y="1874520"/>
            <a:ext cx="2011680" cy="187452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80360" y="1874520"/>
            <a:ext cx="20116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495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44952" y="2404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overview of the full Discover to Deliver flow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20640" y="1874520"/>
            <a:ext cx="2011680" cy="187452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120640" y="1874520"/>
            <a:ext cx="201168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8523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Discover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85232" y="2404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findings, personas, competitive matrix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60920" y="1874520"/>
            <a:ext cx="2011680" cy="187452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60920" y="1874520"/>
            <a:ext cx="20116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2551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Define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25512" y="2404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maps, design briefs, requirements boards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01200" y="1874520"/>
            <a:ext cx="2011680" cy="187452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01200" y="1874520"/>
            <a:ext cx="20116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6579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Ideate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765792" y="2404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cards, wireframe scaffolding, pattern refs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3977640"/>
            <a:ext cx="2011680" cy="187452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080" y="3977640"/>
            <a:ext cx="201168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Prototype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4672" y="4507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specs, screen layouts, all states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880360" y="3977640"/>
            <a:ext cx="2011680" cy="187452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880360" y="3977640"/>
            <a:ext cx="201168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4495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Validate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044952" y="4507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matrices, issue severity cards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120640" y="3977640"/>
            <a:ext cx="2011680" cy="187452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120640" y="3977640"/>
            <a:ext cx="201168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8523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Deliver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85232" y="4507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Redlines, component docs, decision records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360920" y="3977640"/>
            <a:ext cx="2011680" cy="187452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360920" y="3977640"/>
            <a:ext cx="20116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2551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Design System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525512" y="4507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reference, color, type, spacing, radius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601200" y="3977640"/>
            <a:ext cx="2011680" cy="187452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601200" y="3977640"/>
            <a:ext cx="201168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76579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AI Toolkit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765792" y="4507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Copy-ready prompts and skill file references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ARTIFACTS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interactive React artifacts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tools you use directly in Claude — no setup required.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2560320" cy="3931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54864" cy="3931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design-process-system.jsx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Process System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898648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Clickable phase-by-phase system with AI prompts, skill docs, templates, and tool recommendations per phase.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4919472"/>
            <a:ext cx="685800" cy="219456"/>
          </a:xfrm>
          <a:prstGeom prst="rect">
            <a:avLst/>
          </a:prstGeom>
          <a:solidFill>
            <a:srgbClr val="22C55E">
              <a:alpha val="18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9377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29000" y="1874520"/>
            <a:ext cx="2560320" cy="3931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9000" y="1874520"/>
            <a:ext cx="54864" cy="3931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1188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design-tokens-system.jsx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1188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Tokens System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11880" y="2898648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starter design system with tunable tokens, live component previews, presets, and AI-powered export.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11880" y="4919472"/>
            <a:ext cx="685800" cy="219456"/>
          </a:xfrm>
          <a:prstGeom prst="rect">
            <a:avLst/>
          </a:prstGeom>
          <a:solidFill>
            <a:srgbClr val="F59E0B">
              <a:alpha val="18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11880" y="49377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217920" y="1874520"/>
            <a:ext cx="2560320" cy="3931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874520"/>
            <a:ext cx="54864" cy="39319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design-system-checklist.jsx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Checklist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0" y="2898648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audit checklist from M3, Atlassian, IBM Carbon, and Apple HIG — with Figma-ready prompts.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0" y="4919472"/>
            <a:ext cx="685800" cy="219456"/>
          </a:xfrm>
          <a:prstGeom prst="rect">
            <a:avLst/>
          </a:prstGeom>
          <a:solidFill>
            <a:srgbClr val="8B5CF6">
              <a:alpha val="18000"/>
            </a:srgbClr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49377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006840" y="1874520"/>
            <a:ext cx="2560320" cy="3931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06840" y="1874520"/>
            <a:ext cx="54864" cy="3931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8972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m3-token-reference.jsx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8972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Token Reference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89720" y="2898648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M3 token docs for Button, Card, Text Field, and Nav Bar — color roles, shape, type, and spacing.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189720" y="4919472"/>
            <a:ext cx="685800" cy="219456"/>
          </a:xfrm>
          <a:prstGeom prst="rect">
            <a:avLst/>
          </a:prstGeom>
          <a:solidFill>
            <a:srgbClr val="14B8A6">
              <a:alpha val="18000"/>
            </a:srgbClr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89720" y="49377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INTEGRATION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AI leverage levels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skill is tagged — so you know exactly where AI accelerates your work and where you lead.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66160" cy="443484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3736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20240"/>
            <a:ext cx="822960" cy="2560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" y="2286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handles the heavy lifting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04672" y="283464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Synthesis, generation, documentation. You review, refine, and direct. These phases benefit most from AI acceleration.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" y="4069080"/>
            <a:ext cx="31089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160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at this level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" y="44074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Research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" y="4681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" y="49560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Generation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2303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04672" y="55046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4672" y="57790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Delivery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34840" y="1737360"/>
            <a:ext cx="3566160" cy="443484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434840" y="173736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9432" y="1920240"/>
            <a:ext cx="82296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99432" y="193852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99432" y="2286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 with structure and drafts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99432" y="283464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bring judgment, context, and strategic thinking. AI helps you draft and structure — but your decisions drive the outcome.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99432" y="4069080"/>
            <a:ext cx="31089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9432" y="4160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at this level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99432" y="44074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99432" y="4681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Interviews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99432" y="49560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0" y="1737360"/>
            <a:ext cx="3566160" cy="443484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29600" y="173736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4192" y="1920240"/>
            <a:ext cx="822960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94192" y="193852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94192" y="2286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Fundamentally human skills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94192" y="283464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Empathy, taste, stakeholder navigation, ethical consideration. AI supports but doesn't replace the core of what designers do.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394192" y="4069080"/>
            <a:ext cx="31089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94192" y="4160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at this level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394192" y="44074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Inquiry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394192" y="4681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Building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94192" y="49560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Judgment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2024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" y="2176272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guide for teams and individuals.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framework with Claude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 to get AI-powered design work flowing on any project.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394960" cy="210312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37360"/>
            <a:ext cx="53949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745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32257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Claude Project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dedicated Project in Claude.ai. This gives Claude persistent context across all your sessions.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737360"/>
            <a:ext cx="5394960" cy="210312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09360" y="1737360"/>
            <a:ext cx="53949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8745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92240" y="232257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skill files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26974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phase skill files (user-research.md, problem-framing.md, etc.) to your Project knowledge base.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69080"/>
            <a:ext cx="5394960" cy="210312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069080"/>
            <a:ext cx="539496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06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" y="465429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project context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Claude what you're building, who it's for, and which phase you're in. More context = better output.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4069080"/>
            <a:ext cx="5394960" cy="210312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09360" y="4069080"/>
            <a:ext cx="53949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206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492240" y="465429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the phases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92240" y="50292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prompts and templates in each skill file. Claude follows the structured workflows automatically.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MCP INTEGRATION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executes design work directly in Figma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Figma Playbook maps every deliverable to concrete Figma actions Claude executes via MCP.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566160" cy="201168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7452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0116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4048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findings boards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cards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matrices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4840" y="1874520"/>
            <a:ext cx="3566160" cy="201168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187452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20116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99432" y="24048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maps with emotion curves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99432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briefs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99432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boards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0" y="1874520"/>
            <a:ext cx="3566160" cy="201168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0" y="187452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94192" y="20116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94192" y="24048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cards (5 directions)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94192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 scaffolding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94192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references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3566160" cy="201168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4114800"/>
            <a:ext cx="356616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2519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46451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with variants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4672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layouts + all states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4672" y="550468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variables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434840" y="4114800"/>
            <a:ext cx="3566160" cy="201168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434840" y="411480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99432" y="42519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99432" y="46451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matrices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99432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severity cards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99432" y="550468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eval boards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29600" y="4114800"/>
            <a:ext cx="3566160" cy="201168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229600" y="411480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94192" y="42519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94192" y="46451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annotations + redlines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394192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doc frames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94192" y="550468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 cards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PROJECT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a new project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 to kick off any engagement with the framework.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29184" cy="329184"/>
          </a:xfrm>
          <a:prstGeom prst="ellipse">
            <a:avLst/>
          </a:prstGeom>
          <a:solidFill>
            <a:srgbClr val="22C55E">
              <a:alpha val="3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5564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04672" y="2066544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7282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the Figma template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" y="202082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Duplicate on the AI x UX Design Process Template. Rename it for your project.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542032"/>
            <a:ext cx="329184" cy="329184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60320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" y="2871216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2532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Cover page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28254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project name, client name, date, and lead designer to the Cover page metadata.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346704"/>
            <a:ext cx="329184" cy="329184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36499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4672" y="3675888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43000" y="3337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Claude Project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43000" y="3630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relevant skill files. Add project context so Claude stays informed every session.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151376"/>
            <a:ext cx="329184" cy="329184"/>
          </a:xfrm>
          <a:prstGeom prst="ellipse">
            <a:avLst/>
          </a:prstGeom>
          <a:solidFill>
            <a:srgbClr val="3B82F6">
              <a:alpha val="3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16966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4672" y="4480560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3000" y="4142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phase by phase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43000" y="44348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through Discover to Define to Ideate to Prototype to Validate to Deliver at your pace.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956048"/>
            <a:ext cx="329184" cy="329184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97433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" y="5285232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43000" y="49469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Customize the Design System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43000" y="523951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Figma page 07, update the token reference for your client's brand and design language.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4B8A6">
              <a:alpha val="3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77900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43000" y="57515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interactive artifacts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143000" y="604418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design-process-system.jsx or design-tokens-system.jsx in Claude for live previewing.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66560" y="1691640"/>
            <a:ext cx="4754880" cy="44805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66560" y="1691640"/>
            <a:ext cx="54864" cy="4480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0" y="18745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49440" y="21945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skill files in your Claude Project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949440" y="2880360"/>
            <a:ext cx="4206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skill files live in a Claude Project, Claude references them automatically in every session. No re-uploading. No re-explaining. Just describe what you need and which phase you're in.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49440" y="4526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fastest path to AI-assisted design at scale.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PHILOSOPHY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think about AI in design 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394960" cy="32461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783080"/>
            <a:ext cx="54864" cy="3246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9659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amplifies throughput.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that took days can be synthesized in minutes. Prototypes that needed a week can ship in hours. Documentation that was always skipped now gets written. AI removes the friction from the labor-intensive parts of design.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394960" cy="32461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1783080"/>
            <a:ext cx="54864" cy="32461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9659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provide judgment.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492240" y="256032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Taste, empathy, strategic thinking, stakeholder navigation, ethical consideration — these remain fundamentally human skills. AI generates options. You make decisions. The best designers wield AI as a power tool, not a replacement.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230368"/>
            <a:ext cx="10881360" cy="804672"/>
          </a:xfrm>
          <a:prstGeom prst="rect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321808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designers will be those who wield AI as a power tool — not a replacement.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CRAFT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best from Claude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practices that consistently improve Claude's output quality.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66160" cy="210312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3736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8470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" y="224942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 about context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268833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product, the user, the phase, and the goal. The more Claude knows, the better it performs.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1737360"/>
            <a:ext cx="3566160" cy="210312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34840" y="173736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9432" y="18470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99432" y="224942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[BRACKETS] as placeholders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99432" y="268833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skill file prompts use [BRACKETS]. Replace them with your specifics before sending.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0" y="1737360"/>
            <a:ext cx="3566160" cy="210312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1737360"/>
            <a:ext cx="356616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94192" y="18470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94192" y="224942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structured output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394192" y="268833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tables, ranked lists, briefs with specific sections. Structure makes output immediately usable.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069080"/>
            <a:ext cx="3566160" cy="210312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06908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417880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04672" y="4581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Iterate, don't restart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502005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'make it more concise' or 'add a section on X' rather than re-prompting from scratch.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434840" y="4069080"/>
            <a:ext cx="3566160" cy="210312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434840" y="406908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99432" y="417880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99432" y="4581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skill files as system prompts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99432" y="502005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a skill file gives Claude a structured role with established workflows for that phase.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0" y="4069080"/>
            <a:ext cx="3566160" cy="210312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29600" y="406908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94192" y="417880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394192" y="4581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with your judgment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394192" y="502005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drafts, you decide. Every output needs your expert eye before sharing with stakeholders.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and modifying skills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are plain Markdown — easy to edit, extend, and version.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251460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12064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476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frontmatter format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26771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55117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skill-name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phase: XX -- Phase Name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118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description: One-line description.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34015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ai_leverage: high | medium | low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6850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19476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rules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92240" y="2304288"/>
            <a:ext cx="50292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2304288"/>
            <a:ext cx="502920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56832" y="23774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structured templates with clear [PLACEHOLDERS]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3145536"/>
            <a:ext cx="50292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3145536"/>
            <a:ext cx="5029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321868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quality checklist at the end of every skill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92240" y="3986784"/>
            <a:ext cx="50292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92240" y="3986784"/>
            <a:ext cx="502920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56832" y="405993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skills actionable — workflows, not theory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92240" y="4828032"/>
            <a:ext cx="50292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92240" y="4828032"/>
            <a:ext cx="502920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6832" y="490118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frontmatter format: name, phase, description, ai_leverage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687568"/>
            <a:ext cx="10881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7790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under MIT — open to use, adapt, and share.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one view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45720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264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File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77240" y="163677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UX Design Process Template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83480" y="163677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per project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0" y="1371600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371600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264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37960" y="163677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user-research.md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44200" y="163677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029968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029968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0848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01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77240" y="229514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competitive-analysis.md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229514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0" y="2029968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2029968"/>
            <a:ext cx="45720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20848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537960" y="229514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problem-framing.md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744200" y="229514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2688336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88336"/>
            <a:ext cx="4572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2743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77240" y="29535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concept-generation.md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295351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0" y="2688336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2688336"/>
            <a:ext cx="45720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37960" y="2743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04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537960" y="29535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prototyping.md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744200" y="295351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3346704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3346704"/>
            <a:ext cx="45720" cy="5486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777240" y="36118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usability-testing.md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983480" y="361188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3346704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0" y="3346704"/>
            <a:ext cx="45720" cy="5486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3796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06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537960" y="36118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design-delivery.md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744200" y="361188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40080" y="4005072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" y="4005072"/>
            <a:ext cx="4572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7240" y="4059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03/06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777240" y="427024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design-systems.md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27024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Ideate/Deliver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400800" y="4005072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00800" y="4005072"/>
            <a:ext cx="45720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37960" y="4059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ALL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537960" y="427024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figma-playbook.md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744200" y="427024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phases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40080" y="4663440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0080" y="4663440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" y="47183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777240" y="49286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design-process-system.jsx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983480" y="49286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explorer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400800" y="4663440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400800" y="4663440"/>
            <a:ext cx="4572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37960" y="47183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537960" y="49286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design-tokens-system.jsx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744200" y="49286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builder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640080" y="5321808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40080" y="5321808"/>
            <a:ext cx="45720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77240" y="53766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777240" y="55869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design-system-checklist.jsx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4983480" y="55869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tool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400800" y="5321808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400800" y="5321808"/>
            <a:ext cx="45720" cy="5486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37960" y="53766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537960" y="55869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m3-token-reference.jsx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10744200" y="55869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17320"/>
            <a:ext cx="731520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UX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Framework</a:t>
            </a:r>
            <a:endParaRPr lang="en-US" sz="5600" dirty="0"/>
          </a:p>
        </p:txBody>
      </p:sp>
      <p:sp>
        <p:nvSpPr>
          <p:cNvPr id="3" name="Shape 1"/>
          <p:cNvSpPr/>
          <p:nvPr/>
        </p:nvSpPr>
        <p:spPr>
          <a:xfrm>
            <a:off x="640080" y="3401568"/>
            <a:ext cx="109728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547872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scalable, AI-integrated framework for product and UX design.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27939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44805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figma.com/design/mrHuD7sY7h6uKSVndTSIQE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8737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5074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github.com/quinrobinson/AI-x-UX-Product-Design-Framework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5650992"/>
            <a:ext cx="1088136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742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5742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0560" y="5742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5742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21040" y="5742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241280" y="5742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332720" y="652881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— MIT License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x UX Design Framework — Onboarding</dc:title>
  <dc:subject>PptxGenJS Presentation</dc:subject>
  <dc:creator>Quin Robinson</dc:creator>
  <cp:lastModifiedBy>Quin Robinson</cp:lastModifiedBy>
  <cp:revision>1</cp:revision>
  <dcterms:created xsi:type="dcterms:W3CDTF">2026-03-28T19:04:09Z</dcterms:created>
  <dcterms:modified xsi:type="dcterms:W3CDTF">2026-03-28T19:04:09Z</dcterms:modified>
</cp:coreProperties>
</file>